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ECD78-3C8E-49F2-8FAB-59489D168ABB}" type="datetimeFigureOut">
              <a:rPr lang="en-US" smtClean="0"/>
              <a:t>12/3/2021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56013-B943-42BA-886F-6F9D4EB85E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57308"/>
            <a:ext cx="7772400" cy="2062206"/>
          </a:xfrm>
        </p:spPr>
        <p:txBody>
          <a:bodyPr>
            <a:normAutofit/>
          </a:bodyPr>
          <a:lstStyle/>
          <a:p>
            <a:r>
              <a:rPr lang="en-US" sz="2800" dirty="0"/>
              <a:t>DR GAURAV MUKHIJA </a:t>
            </a:r>
            <a:r>
              <a:rPr lang="en-US" sz="2400" dirty="0"/>
              <a:t>(MD)</a:t>
            </a:r>
            <a:br>
              <a:rPr lang="en-US" sz="2400" dirty="0"/>
            </a:br>
            <a:r>
              <a:rPr lang="en-US" sz="2400" dirty="0"/>
              <a:t>LASER DERMATOLOGIST &amp; COSMETOLOGIST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4555" y="3198797"/>
            <a:ext cx="6400800" cy="2416927"/>
          </a:xfrm>
        </p:spPr>
        <p:txBody>
          <a:bodyPr>
            <a:noAutofit/>
          </a:bodyPr>
          <a:lstStyle/>
          <a:p>
            <a:r>
              <a:rPr lang="en-US" sz="1600" dirty="0"/>
              <a:t>Dr Gaurav did his MBBS from AMU Aligarh and MD from </a:t>
            </a:r>
            <a:r>
              <a:rPr lang="en-US" sz="1600" dirty="0" err="1"/>
              <a:t>Davangere</a:t>
            </a:r>
            <a:endParaRPr lang="en-US" sz="1600" dirty="0"/>
          </a:p>
          <a:p>
            <a:r>
              <a:rPr lang="en-US" sz="1600" dirty="0"/>
              <a:t>Dr Gaurav Mukhija has been </a:t>
            </a:r>
            <a:r>
              <a:rPr lang="en-US" sz="1600" dirty="0" err="1"/>
              <a:t>practising</a:t>
            </a:r>
            <a:r>
              <a:rPr lang="en-US" sz="1600" dirty="0"/>
              <a:t> Clinical Dermatology for the last 15 years in </a:t>
            </a:r>
            <a:r>
              <a:rPr lang="en-US" sz="1600" dirty="0" err="1"/>
              <a:t>Gorakpur,UP</a:t>
            </a:r>
            <a:r>
              <a:rPr lang="en-US" sz="1600" dirty="0"/>
              <a:t>.</a:t>
            </a:r>
          </a:p>
          <a:p>
            <a:r>
              <a:rPr lang="en-US" sz="1600" dirty="0"/>
              <a:t>He runs world class Laser &amp; Cosmetic Center which has modern Lasers like DIODE, Qswitch </a:t>
            </a:r>
            <a:r>
              <a:rPr lang="en-US" sz="1600" dirty="0" err="1"/>
              <a:t>Nd:YAG</a:t>
            </a:r>
            <a:r>
              <a:rPr lang="en-US" sz="1600" dirty="0"/>
              <a:t>, CO2 Fractional laser &amp; EXCIMER 308 Light</a:t>
            </a:r>
          </a:p>
          <a:p>
            <a:r>
              <a:rPr lang="en-US" sz="1600" dirty="0"/>
              <a:t>His clinic offers </a:t>
            </a:r>
            <a:r>
              <a:rPr lang="en-US" sz="1600" dirty="0" err="1"/>
              <a:t>Dermatosurgery</a:t>
            </a:r>
            <a:r>
              <a:rPr lang="en-US" sz="1600" dirty="0"/>
              <a:t> and all modern treatments for anti-</a:t>
            </a:r>
            <a:r>
              <a:rPr lang="en-US" sz="1600" dirty="0" err="1"/>
              <a:t>ageing,facial</a:t>
            </a:r>
            <a:r>
              <a:rPr lang="en-US" sz="1600" dirty="0"/>
              <a:t> rejuvenation, hair growth &amp; </a:t>
            </a:r>
            <a:r>
              <a:rPr lang="en-US" sz="1600" dirty="0" err="1"/>
              <a:t>vitiligo</a:t>
            </a:r>
            <a:endParaRPr lang="en-US" sz="1600" dirty="0"/>
          </a:p>
          <a:p>
            <a:r>
              <a:rPr lang="en-US" sz="1600" dirty="0"/>
              <a:t>He is involved in conducting various academic activities in Gorakhpur. </a:t>
            </a:r>
          </a:p>
        </p:txBody>
      </p:sp>
      <p:pic>
        <p:nvPicPr>
          <p:cNvPr id="4" name="Picture 3" descr="Dr Gaurav Mukhija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995" y="895431"/>
            <a:ext cx="118872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05997"/>
      </p:ext>
    </p:extLst>
  </p:cSld>
  <p:clrMapOvr>
    <a:masterClrMapping/>
  </p:clrMapOvr>
</p:sld>
</file>

<file path=ppt/theme/theme1.xml><?xml version="1.0" encoding="utf-8"?>
<a:theme xmlns:a="http://schemas.openxmlformats.org/drawingml/2006/main" name=" Black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41</TotalTime>
  <Words>97</Words>
  <Application>Microsoft Office PowerPoint</Application>
  <PresentationFormat>On-screen Show (4:3)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 Black </vt:lpstr>
      <vt:lpstr>DR GAURAV MUKHIJA (MD) LASER DERMATOLOGIST &amp; COSMETOLOGIST</vt:lpstr>
    </vt:vector>
  </TitlesOfParts>
  <Company>P &amp; G Skin Clinic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 GAURAV MUKHIJA (MD) LASER DERMATOLOGIST &amp; COSMETOLOGIST</dc:title>
  <dc:creator>Gaurav Mukhija</dc:creator>
  <cp:lastModifiedBy>GAURAV MUKHIJA</cp:lastModifiedBy>
  <cp:revision>6</cp:revision>
  <cp:lastPrinted>2016-11-06T14:17:53Z</cp:lastPrinted>
  <dcterms:created xsi:type="dcterms:W3CDTF">2016-11-06T13:43:33Z</dcterms:created>
  <dcterms:modified xsi:type="dcterms:W3CDTF">2021-12-03T13:29:57Z</dcterms:modified>
</cp:coreProperties>
</file>